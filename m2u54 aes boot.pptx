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9" r:id="rId4"/>
    <p:sldId id="263" r:id="rId5"/>
    <p:sldId id="265" r:id="rId6"/>
    <p:sldId id="266" r:id="rId7"/>
    <p:sldId id="261" r:id="rId8"/>
    <p:sldId id="264" r:id="rId9"/>
    <p:sldId id="267" r:id="rId10"/>
    <p:sldId id="262" r:id="rId11"/>
    <p:sldId id="257" r:id="rId12"/>
    <p:sldId id="258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9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" y="3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A8AA6-EE42-8A82-98A6-C7879AC8C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DAA74B-802A-6563-10D4-98C2049ED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8E32D-53C0-CACA-8F9D-9D00BD9BE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5F2D-C02A-423E-B7EE-AAB13A2A803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2E86A-1563-6962-35BE-407EA5B9A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22ECC-7955-5E4E-2E7D-4AD0BC34C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AD586-653D-4B31-97A2-237F61BBE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713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F3B55-DDFC-AE7D-98BA-D142BE1AC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0C299-AEB1-C8CB-4B79-5351E2A6C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8C812-8286-1F42-8CC7-087F4BFB9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5F2D-C02A-423E-B7EE-AAB13A2A803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582FD-1112-2AF4-5CD4-5BE707861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2B7C1-1299-12BB-581C-45704E1E9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AD586-653D-4B31-97A2-237F61BBE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98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33B16-1553-5D32-A112-D74DA7B0F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A73F4-6E32-07BB-799B-3A8CDBA67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CBE0F-33BB-A0E2-D98E-6243FE345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5F2D-C02A-423E-B7EE-AAB13A2A803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6A4E8-DD4C-A360-F17E-4041AA2BE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996B2-B911-A066-F7C2-E37CCB7E0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AD586-653D-4B31-97A2-237F61BBE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91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42243-F620-A16D-0D6A-7823A5AE4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CF896-FD66-E7E2-FF9E-565D3D641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BACE4-D320-54DA-B582-AD6E0F0F1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66570-2DE3-5E99-22F4-D8CC8B6BB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5F2D-C02A-423E-B7EE-AAB13A2A803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974FF-1D11-2853-11AD-57AF708FD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7A2684-C292-B511-38B3-F53A0EDFB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AD586-653D-4B31-97A2-237F61BBE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45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AB7AC-E6D2-35E9-A2DD-0A75EC861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EF000-DA48-758C-07D5-2641166F7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3016B-500E-2296-2FFA-09B5E8908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46F589-DE18-6F0D-EECB-16E821232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D08EFF-02CD-2E45-917C-9F2B480FCA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333309-9CFD-1D8B-51A0-ACCA9F844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5F2D-C02A-423E-B7EE-AAB13A2A803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4073B5-F31B-C39F-6DB4-F41F2DC5E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84EEEC-CD61-BD12-AE3C-1AFF7BDC3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AD586-653D-4B31-97A2-237F61BBE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769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0A9C0-DCA6-0CDF-EBB6-665B0427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C4DDC8-790A-D67B-B70E-090653ABE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5F2D-C02A-423E-B7EE-AAB13A2A803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E4188-22F7-1789-EF47-5A11357A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925C1A-0900-11C7-6D14-AB580FB89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AD586-653D-4B31-97A2-237F61BBE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45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1802E7-3AB4-9090-E91D-BCA9F76F8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5F2D-C02A-423E-B7EE-AAB13A2A803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6B5DC0-6E3E-73E0-8967-C9BF41655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A072A-864F-8EB1-F6CE-06CAE3512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AD586-653D-4B31-97A2-237F61BBE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575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E01FA-73DB-11A4-75BC-4211B469A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F2FF2-8A47-F0A4-9092-237394A4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45E70-BDAA-9725-C36F-D5F935942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DB6B7-C40E-2477-9409-D3F39B31C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5F2D-C02A-423E-B7EE-AAB13A2A803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6137F-DDC2-82BD-0FF1-616C87DAA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45341-C179-0B13-957E-160811E7F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AD586-653D-4B31-97A2-237F61BBE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389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F372F-1EF3-6B42-E420-9535A3E26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019054-65C4-9E8E-8B7F-4EF95EB7C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A7427D-EED9-30D1-4D31-A0B1EAD43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D540C-D0E4-2F61-0AC7-5088571F7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5F2D-C02A-423E-B7EE-AAB13A2A803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60F1B-566D-9527-B2EC-2B8C27CC2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A35D2-6F4A-7E9A-1F7B-42DFEF02F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AD586-653D-4B31-97A2-237F61BBE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54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4B725-B224-E75D-3410-B8C7A1E78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38B3D5-53FD-9467-8FF6-E5854D9C8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B0900-A9B9-EA35-01B5-81AB41375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5F2D-C02A-423E-B7EE-AAB13A2A803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38955-647F-E602-BE58-B37EAE1D4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BE3D0-8BCF-6327-DE80-453E69A35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AD586-653D-4B31-97A2-237F61BBE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706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2824AB-0D85-9B7C-C160-19DCC5B4B6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4A0FEB-68A6-5735-62C7-040FF496C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2D2FE-4AC4-C700-56B6-296899F7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5F2D-C02A-423E-B7EE-AAB13A2A803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667A7-97E6-3DFE-9C1B-D69BEC545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C8C29-ECF3-8216-7B3C-B1B0085E1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AD586-653D-4B31-97A2-237F61BBE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252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C5AA7B-5FEE-6047-AAA9-6102B0FAA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A1479-AD67-F102-1849-DCB552C7C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A58DD-D3C5-289B-66E8-355D6087A1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5F5F2D-C02A-423E-B7EE-AAB13A2A803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26921-1BED-A5F1-D370-F98F002EC7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DB62D-CDD1-AAAE-5A18-605BEF88A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EAD586-653D-4B31-97A2-237F61BBE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121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9DFBE-03E2-E8B7-B2BC-2361D5064F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AES Boot Check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BFB530-D8D4-17B7-A9FD-6D2C9023AA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3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CC36E-5D70-5E62-57AC-1958C741E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 Boot Check Memory assignment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AF746-F842-FC3D-0E75-6DD3C9EAD71A}"/>
              </a:ext>
            </a:extLst>
          </p:cNvPr>
          <p:cNvSpPr/>
          <p:nvPr/>
        </p:nvSpPr>
        <p:spPr>
          <a:xfrm>
            <a:off x="6373316" y="2329690"/>
            <a:ext cx="2878112" cy="4250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BE09DBC-4931-4F84-DA17-9ADD3B141393}"/>
              </a:ext>
            </a:extLst>
          </p:cNvPr>
          <p:cNvCxnSpPr>
            <a:cxnSpLocks/>
          </p:cNvCxnSpPr>
          <p:nvPr/>
        </p:nvCxnSpPr>
        <p:spPr>
          <a:xfrm>
            <a:off x="4332157" y="6580682"/>
            <a:ext cx="20236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5696DC3-15DE-C061-E047-4A8C4EED4CA3}"/>
              </a:ext>
            </a:extLst>
          </p:cNvPr>
          <p:cNvSpPr txBox="1"/>
          <p:nvPr/>
        </p:nvSpPr>
        <p:spPr>
          <a:xfrm>
            <a:off x="1881486" y="6396016"/>
            <a:ext cx="2450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CONFIG BOOT APROM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8D8187-38E8-806C-A837-79ED2F7558DA}"/>
              </a:ext>
            </a:extLst>
          </p:cNvPr>
          <p:cNvSpPr txBox="1"/>
          <p:nvPr/>
        </p:nvSpPr>
        <p:spPr>
          <a:xfrm>
            <a:off x="4914271" y="6308209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0x0000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E0CD188-9EB6-5CC7-3E8B-D71D6F75F136}"/>
              </a:ext>
            </a:extLst>
          </p:cNvPr>
          <p:cNvSpPr/>
          <p:nvPr/>
        </p:nvSpPr>
        <p:spPr>
          <a:xfrm>
            <a:off x="6355830" y="5816184"/>
            <a:ext cx="2913084" cy="76449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ISP BOOT LOADER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7B3398D-53F7-2F91-C9D0-23681C7A3AC9}"/>
              </a:ext>
            </a:extLst>
          </p:cNvPr>
          <p:cNvSpPr/>
          <p:nvPr/>
        </p:nvSpPr>
        <p:spPr>
          <a:xfrm>
            <a:off x="6373316" y="5051686"/>
            <a:ext cx="2913084" cy="764491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AES KEY CHECK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F6D2BEA-8267-F7D5-EC49-A90766680C46}"/>
              </a:ext>
            </a:extLst>
          </p:cNvPr>
          <p:cNvCxnSpPr>
            <a:cxnSpLocks/>
          </p:cNvCxnSpPr>
          <p:nvPr/>
        </p:nvCxnSpPr>
        <p:spPr>
          <a:xfrm>
            <a:off x="4349643" y="5803685"/>
            <a:ext cx="20236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0D7E9C9-2A7E-AED0-0B05-138D6A9D029A}"/>
              </a:ext>
            </a:extLst>
          </p:cNvPr>
          <p:cNvSpPr txBox="1"/>
          <p:nvPr/>
        </p:nvSpPr>
        <p:spPr>
          <a:xfrm>
            <a:off x="3025154" y="5631511"/>
            <a:ext cx="1245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XOM AREA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C8A6B0-A9B2-77D1-1644-0D5CDDA3B7F8}"/>
              </a:ext>
            </a:extLst>
          </p:cNvPr>
          <p:cNvSpPr txBox="1"/>
          <p:nvPr/>
        </p:nvSpPr>
        <p:spPr>
          <a:xfrm>
            <a:off x="4810590" y="5501950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0x2000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E4F7FB-971C-8347-22D8-344B85D49797}"/>
              </a:ext>
            </a:extLst>
          </p:cNvPr>
          <p:cNvCxnSpPr>
            <a:cxnSpLocks/>
          </p:cNvCxnSpPr>
          <p:nvPr/>
        </p:nvCxnSpPr>
        <p:spPr>
          <a:xfrm>
            <a:off x="4332157" y="5051686"/>
            <a:ext cx="20236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6C98749-ABF5-5E58-57A1-41FC21842345}"/>
              </a:ext>
            </a:extLst>
          </p:cNvPr>
          <p:cNvSpPr txBox="1"/>
          <p:nvPr/>
        </p:nvSpPr>
        <p:spPr>
          <a:xfrm>
            <a:off x="2728149" y="4879927"/>
            <a:ext cx="1542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APROM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FE3D90-471A-34F3-0A16-5AA4F063A5D9}"/>
              </a:ext>
            </a:extLst>
          </p:cNvPr>
          <p:cNvSpPr txBox="1"/>
          <p:nvPr/>
        </p:nvSpPr>
        <p:spPr>
          <a:xfrm>
            <a:off x="4825574" y="4756619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0x4000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E87A614-3D0D-3F41-B412-C8F473CA2944}"/>
              </a:ext>
            </a:extLst>
          </p:cNvPr>
          <p:cNvCxnSpPr>
            <a:cxnSpLocks/>
          </p:cNvCxnSpPr>
          <p:nvPr/>
        </p:nvCxnSpPr>
        <p:spPr>
          <a:xfrm>
            <a:off x="4332157" y="2310984"/>
            <a:ext cx="20236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04BCB12-2392-52A7-A68D-F86050AEC6D0}"/>
              </a:ext>
            </a:extLst>
          </p:cNvPr>
          <p:cNvSpPr txBox="1"/>
          <p:nvPr/>
        </p:nvSpPr>
        <p:spPr>
          <a:xfrm>
            <a:off x="2309917" y="2145024"/>
            <a:ext cx="2039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APROM END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E53C8E-3CE9-4B62-6E08-F60B27CD86B7}"/>
              </a:ext>
            </a:extLst>
          </p:cNvPr>
          <p:cNvSpPr txBox="1"/>
          <p:nvPr/>
        </p:nvSpPr>
        <p:spPr>
          <a:xfrm>
            <a:off x="4891785" y="1985755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0x14000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0141BD-8C14-D3D8-BB56-212C64963233}"/>
              </a:ext>
            </a:extLst>
          </p:cNvPr>
          <p:cNvSpPr/>
          <p:nvPr/>
        </p:nvSpPr>
        <p:spPr>
          <a:xfrm>
            <a:off x="7540052" y="2355087"/>
            <a:ext cx="1746348" cy="50345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AES KEY</a:t>
            </a:r>
          </a:p>
        </p:txBody>
      </p:sp>
    </p:spTree>
    <p:extLst>
      <p:ext uri="{BB962C8B-B14F-4D97-AF65-F5344CB8AC3E}">
        <p14:creationId xmlns:p14="http://schemas.microsoft.com/office/powerpoint/2010/main" val="2313411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349E2-5981-7CD9-9AAD-D7879E911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code source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77A85-FFFE-FAF7-E0AA-55F516D4D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ISP BOOT LOADER</a:t>
            </a:r>
          </a:p>
          <a:p>
            <a:pPr lvl="1"/>
            <a:r>
              <a:rPr lang="en-US" dirty="0"/>
              <a:t>\</a:t>
            </a:r>
            <a:r>
              <a:rPr lang="en-US" dirty="0" err="1"/>
              <a:t>SampleCode</a:t>
            </a:r>
            <a:r>
              <a:rPr lang="en-US" dirty="0"/>
              <a:t>\ISP\ISP_UART</a:t>
            </a:r>
          </a:p>
          <a:p>
            <a:r>
              <a:rPr lang="en-US" dirty="0"/>
              <a:t>User app</a:t>
            </a:r>
          </a:p>
          <a:p>
            <a:pPr lvl="1"/>
            <a:r>
              <a:rPr lang="en-US" dirty="0"/>
              <a:t>\</a:t>
            </a:r>
            <a:r>
              <a:rPr lang="en-US" dirty="0" err="1"/>
              <a:t>SampleCode</a:t>
            </a:r>
            <a:r>
              <a:rPr lang="en-US" dirty="0"/>
              <a:t>\</a:t>
            </a:r>
            <a:r>
              <a:rPr lang="en-US" dirty="0" err="1"/>
              <a:t>StdDriver</a:t>
            </a:r>
            <a:r>
              <a:rPr lang="en-US" dirty="0"/>
              <a:t>\</a:t>
            </a:r>
            <a:r>
              <a:rPr lang="en-US" dirty="0" err="1"/>
              <a:t>GPIO_OutputInput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ASE signed Bin file tool</a:t>
            </a:r>
          </a:p>
          <a:p>
            <a:pPr lvl="1"/>
            <a:r>
              <a:rPr lang="en-US" dirty="0"/>
              <a:t>\</a:t>
            </a:r>
            <a:r>
              <a:rPr lang="en-US" dirty="0" err="1"/>
              <a:t>nu_com_isp_sboot</a:t>
            </a:r>
            <a:r>
              <a:rPr lang="en-US" dirty="0"/>
              <a:t>\out\build\x64-debug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596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6FD99-FCCD-774F-EE52-8A11F7C33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ISP BOOT LOADER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82628D-05A5-9205-AFF5-A6A5ACEEE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81" y="1494738"/>
            <a:ext cx="6628659" cy="49981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A0E6CDF-A5A2-7A7C-7217-690F8C8D7519}"/>
              </a:ext>
            </a:extLst>
          </p:cNvPr>
          <p:cNvSpPr/>
          <p:nvPr/>
        </p:nvSpPr>
        <p:spPr>
          <a:xfrm>
            <a:off x="1376231" y="4017364"/>
            <a:ext cx="1277029" cy="5696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882710-BA01-3D71-178E-72AD71520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694" y="1692940"/>
            <a:ext cx="6430272" cy="232442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DD51DD2-A385-4793-C477-6F6ABEBABD1D}"/>
              </a:ext>
            </a:extLst>
          </p:cNvPr>
          <p:cNvCxnSpPr/>
          <p:nvPr/>
        </p:nvCxnSpPr>
        <p:spPr>
          <a:xfrm flipV="1">
            <a:off x="2818151" y="3642610"/>
            <a:ext cx="4856813" cy="479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E36AFB6-22FF-09A4-3160-AAA226FF4D13}"/>
              </a:ext>
            </a:extLst>
          </p:cNvPr>
          <p:cNvSpPr txBox="1"/>
          <p:nvPr/>
        </p:nvSpPr>
        <p:spPr>
          <a:xfrm>
            <a:off x="7315201" y="1272030"/>
            <a:ext cx="990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Xom</a:t>
            </a:r>
            <a:r>
              <a:rPr lang="en-US" dirty="0">
                <a:solidFill>
                  <a:srgbClr val="FF0000"/>
                </a:solidFill>
              </a:rPr>
              <a:t> set</a:t>
            </a:r>
          </a:p>
        </p:txBody>
      </p:sp>
    </p:spTree>
    <p:extLst>
      <p:ext uri="{BB962C8B-B14F-4D97-AF65-F5344CB8AC3E}">
        <p14:creationId xmlns:p14="http://schemas.microsoft.com/office/powerpoint/2010/main" val="2093332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A5F10-8BB3-DFB6-8858-9E38A3F85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AES_XOM.C file setting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10AF7-9769-4BF1-8F70-BC20CFEDA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113669-39EC-9AB8-1098-B6AE1379E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328" y="1206870"/>
            <a:ext cx="10284502" cy="55888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F9B3AB-C0BE-554A-259A-8E32C8CC5069}"/>
              </a:ext>
            </a:extLst>
          </p:cNvPr>
          <p:cNvSpPr/>
          <p:nvPr/>
        </p:nvSpPr>
        <p:spPr>
          <a:xfrm>
            <a:off x="1184223" y="4482059"/>
            <a:ext cx="1633928" cy="3597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59D939-77D4-3CCD-CA33-075EF7D7BC8C}"/>
              </a:ext>
            </a:extLst>
          </p:cNvPr>
          <p:cNvSpPr/>
          <p:nvPr/>
        </p:nvSpPr>
        <p:spPr>
          <a:xfrm>
            <a:off x="3150432" y="3249118"/>
            <a:ext cx="2485869" cy="5883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744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FD625-180D-72AB-5DDC-66294B12C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 KEY in AES_XOM.C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C033E-5486-A795-5A5B-15F619293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405A1F-4419-B24C-5191-C321B2D62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004482" cy="233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796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7B815B2-4490-B2AD-0ECF-731055CA2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4731" y="2797721"/>
            <a:ext cx="4077269" cy="31055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1FBA9E-E6D6-C17D-8D69-3D5E68421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45" y="2165172"/>
            <a:ext cx="5992061" cy="40391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728F71-F942-E23B-8456-882133EDE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APROM Project (RO and </a:t>
            </a:r>
            <a:r>
              <a:rPr lang="en-US" dirty="0" err="1"/>
              <a:t>scf</a:t>
            </a:r>
            <a:r>
              <a:rPr lang="en-US" dirty="0"/>
              <a:t> file)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CDBB31-8082-6B39-2494-697B8D3ED783}"/>
              </a:ext>
            </a:extLst>
          </p:cNvPr>
          <p:cNvSpPr/>
          <p:nvPr/>
        </p:nvSpPr>
        <p:spPr>
          <a:xfrm>
            <a:off x="3655103" y="2936019"/>
            <a:ext cx="1996190" cy="2145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7AB432-F820-A1EB-6152-29FEC7913394}"/>
              </a:ext>
            </a:extLst>
          </p:cNvPr>
          <p:cNvSpPr/>
          <p:nvPr/>
        </p:nvSpPr>
        <p:spPr>
          <a:xfrm>
            <a:off x="1327980" y="4184754"/>
            <a:ext cx="2452039" cy="3315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991CF52-FAEF-8CCC-4C38-9BEC485264F0}"/>
              </a:ext>
            </a:extLst>
          </p:cNvPr>
          <p:cNvCxnSpPr/>
          <p:nvPr/>
        </p:nvCxnSpPr>
        <p:spPr>
          <a:xfrm>
            <a:off x="3057993" y="4350513"/>
            <a:ext cx="7270230" cy="3264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2B13C39-F50D-4DA9-1C44-B767053FE77F}"/>
              </a:ext>
            </a:extLst>
          </p:cNvPr>
          <p:cNvSpPr/>
          <p:nvPr/>
        </p:nvSpPr>
        <p:spPr>
          <a:xfrm>
            <a:off x="10328223" y="4350513"/>
            <a:ext cx="1588957" cy="86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99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67312-C9E8-A083-6B81-3BAD24F7B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User APROM Project and ASE signed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0B94A-9A37-2DD6-F634-9A8DCB1B3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user </a:t>
            </a:r>
            <a:r>
              <a:rPr lang="en-US" dirty="0" err="1"/>
              <a:t>aprom</a:t>
            </a:r>
            <a:r>
              <a:rPr lang="en-US" dirty="0"/>
              <a:t> project will output  </a:t>
            </a:r>
            <a:r>
              <a:rPr lang="en-US" dirty="0" err="1"/>
              <a:t>firmware.bin</a:t>
            </a:r>
            <a:endParaRPr lang="en-US" dirty="0"/>
          </a:p>
          <a:p>
            <a:pPr lvl="1"/>
            <a:r>
              <a:rPr lang="en-US" dirty="0"/>
              <a:t>After Build - User command #1: </a:t>
            </a:r>
            <a:r>
              <a:rPr lang="en-US" dirty="0" err="1"/>
              <a:t>fromelf</a:t>
            </a:r>
            <a:r>
              <a:rPr lang="en-US" dirty="0"/>
              <a:t> --bin ".\obj\</a:t>
            </a:r>
            <a:r>
              <a:rPr lang="en-US" dirty="0" err="1"/>
              <a:t>firmware.axf</a:t>
            </a:r>
            <a:r>
              <a:rPr lang="en-US" dirty="0"/>
              <a:t>" --output ".\obj\</a:t>
            </a:r>
            <a:r>
              <a:rPr lang="en-US" dirty="0" err="1"/>
              <a:t>firmware.bin</a:t>
            </a:r>
            <a:r>
              <a:rPr lang="en-US" dirty="0"/>
              <a:t>“</a:t>
            </a:r>
          </a:p>
          <a:p>
            <a:r>
              <a:rPr lang="en-US" dirty="0"/>
              <a:t>Copy “</a:t>
            </a:r>
            <a:r>
              <a:rPr lang="en-US" dirty="0" err="1"/>
              <a:t>firmware.bin</a:t>
            </a:r>
            <a:r>
              <a:rPr lang="en-US" dirty="0"/>
              <a:t>” to \</a:t>
            </a:r>
            <a:r>
              <a:rPr lang="en-US" dirty="0" err="1"/>
              <a:t>SampleCode</a:t>
            </a:r>
            <a:r>
              <a:rPr lang="en-US" dirty="0"/>
              <a:t>\</a:t>
            </a:r>
            <a:r>
              <a:rPr lang="en-US" dirty="0" err="1"/>
              <a:t>nu_com_isp_sboot</a:t>
            </a:r>
            <a:r>
              <a:rPr lang="en-US" dirty="0"/>
              <a:t>\out\build\x64-debug</a:t>
            </a:r>
          </a:p>
          <a:p>
            <a:r>
              <a:rPr lang="en-US" dirty="0"/>
              <a:t>Run nu_com_isp_sboot.exe output  firmware_signed_64k.bin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8C937C-F705-D4BA-C2A0-9410D55A9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22" y="4636452"/>
            <a:ext cx="11271355" cy="185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65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30BCB-2184-F162-002A-1EC0FD86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 key in </a:t>
            </a:r>
            <a:r>
              <a:rPr lang="en-US" dirty="0" err="1"/>
              <a:t>Nu_com_isp_sboot.c</a:t>
            </a:r>
            <a:r>
              <a:rPr lang="en-US" dirty="0"/>
              <a:t>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9B005C-4072-D015-6E2B-369CD8472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105539" cy="503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286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FE91A-6C7B-3636-6154-3BD412991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81" y="-219492"/>
            <a:ext cx="10515600" cy="1325563"/>
          </a:xfrm>
        </p:spPr>
        <p:txBody>
          <a:bodyPr/>
          <a:lstStyle/>
          <a:p>
            <a:r>
              <a:rPr lang="en-US" dirty="0"/>
              <a:t>M2U51 config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37EDE7-E48C-B13C-1470-77BB045CD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219" y="820969"/>
            <a:ext cx="8678486" cy="599206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541425F-4411-84F9-01DF-31E026A02BE5}"/>
              </a:ext>
            </a:extLst>
          </p:cNvPr>
          <p:cNvSpPr/>
          <p:nvPr/>
        </p:nvSpPr>
        <p:spPr>
          <a:xfrm>
            <a:off x="1052219" y="1106071"/>
            <a:ext cx="1828800" cy="4482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15913A-C957-1A7E-FBCE-6FD92308CD9A}"/>
              </a:ext>
            </a:extLst>
          </p:cNvPr>
          <p:cNvSpPr txBox="1"/>
          <p:nvPr/>
        </p:nvSpPr>
        <p:spPr>
          <a:xfrm>
            <a:off x="3028014" y="921405"/>
            <a:ext cx="1713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Set boot </a:t>
            </a:r>
            <a:r>
              <a:rPr lang="en-US" dirty="0" err="1">
                <a:solidFill>
                  <a:srgbClr val="FF0000"/>
                </a:solidFill>
              </a:rPr>
              <a:t>aprom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31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3BAA7-9F96-B4A6-B240-3F0D479B2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5E597-9771-EF0E-8749-64FBD169A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184FB5-E12D-FF27-A7B8-06819F90D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-1378"/>
            <a:ext cx="10515600" cy="653550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2E3651F-7063-9452-7394-71C53B7F9364}"/>
              </a:ext>
            </a:extLst>
          </p:cNvPr>
          <p:cNvSpPr/>
          <p:nvPr/>
        </p:nvSpPr>
        <p:spPr>
          <a:xfrm>
            <a:off x="838200" y="681036"/>
            <a:ext cx="2849380" cy="2333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FC8BB5B-F361-7E1B-6903-C6C25171C444}"/>
              </a:ext>
            </a:extLst>
          </p:cNvPr>
          <p:cNvCxnSpPr/>
          <p:nvPr/>
        </p:nvCxnSpPr>
        <p:spPr>
          <a:xfrm flipV="1">
            <a:off x="3687580" y="365125"/>
            <a:ext cx="929390" cy="3159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27DB05-F04C-F61E-6063-7842A94A8DB7}"/>
              </a:ext>
            </a:extLst>
          </p:cNvPr>
          <p:cNvSpPr txBox="1"/>
          <p:nvPr/>
        </p:nvSpPr>
        <p:spPr>
          <a:xfrm>
            <a:off x="4616970" y="169888"/>
            <a:ext cx="1395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Safe protect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B7730F-97A9-F533-9345-3B1FD478EDE8}"/>
              </a:ext>
            </a:extLst>
          </p:cNvPr>
          <p:cNvSpPr/>
          <p:nvPr/>
        </p:nvSpPr>
        <p:spPr>
          <a:xfrm>
            <a:off x="4828082" y="5276539"/>
            <a:ext cx="1184591" cy="509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54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DAB29-D58E-D7E9-076D-A03901D2A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D4C99-FF3E-B748-88C7-D41028987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D56BCA-7672-0733-FD80-B98087142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8680"/>
            <a:ext cx="8106906" cy="602064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B48F23E-4C22-B813-CBEE-C2CAF1DDCFF1}"/>
              </a:ext>
            </a:extLst>
          </p:cNvPr>
          <p:cNvSpPr/>
          <p:nvPr/>
        </p:nvSpPr>
        <p:spPr>
          <a:xfrm>
            <a:off x="1302895" y="1357640"/>
            <a:ext cx="4348396" cy="367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E531A7-050A-4B9F-238D-556B356580BE}"/>
              </a:ext>
            </a:extLst>
          </p:cNvPr>
          <p:cNvCxnSpPr>
            <a:cxnSpLocks/>
          </p:cNvCxnSpPr>
          <p:nvPr/>
        </p:nvCxnSpPr>
        <p:spPr>
          <a:xfrm flipH="1">
            <a:off x="5651291" y="1027906"/>
            <a:ext cx="807107" cy="329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516071F-4679-53CD-8243-EE067E9793DB}"/>
              </a:ext>
            </a:extLst>
          </p:cNvPr>
          <p:cNvSpPr txBox="1"/>
          <p:nvPr/>
        </p:nvSpPr>
        <p:spPr>
          <a:xfrm>
            <a:off x="6730584" y="1154243"/>
            <a:ext cx="1358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Xom</a:t>
            </a:r>
            <a:r>
              <a:rPr lang="en-US" dirty="0"/>
              <a:t> setting</a:t>
            </a:r>
          </a:p>
        </p:txBody>
      </p:sp>
    </p:spTree>
    <p:extLst>
      <p:ext uri="{BB962C8B-B14F-4D97-AF65-F5344CB8AC3E}">
        <p14:creationId xmlns:p14="http://schemas.microsoft.com/office/powerpoint/2010/main" val="843993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20C4FA-5970-2751-40EB-BB6F00EEE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39" y="813913"/>
            <a:ext cx="8416363" cy="5623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890B15-E18B-270C-6AD7-A51D7F47E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7657"/>
            <a:ext cx="10515600" cy="1325563"/>
          </a:xfrm>
        </p:spPr>
        <p:txBody>
          <a:bodyPr/>
          <a:lstStyle/>
          <a:p>
            <a:r>
              <a:rPr lang="en-US" dirty="0"/>
              <a:t>Programming APROM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9CCADF-6925-A705-05D8-DE0B8BFEFFF1}"/>
              </a:ext>
            </a:extLst>
          </p:cNvPr>
          <p:cNvCxnSpPr/>
          <p:nvPr/>
        </p:nvCxnSpPr>
        <p:spPr>
          <a:xfrm flipV="1">
            <a:off x="5936105" y="2143593"/>
            <a:ext cx="2263515" cy="659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2EF0249-F0F9-6D97-7741-80DD81D10496}"/>
              </a:ext>
            </a:extLst>
          </p:cNvPr>
          <p:cNvSpPr txBox="1"/>
          <p:nvPr/>
        </p:nvSpPr>
        <p:spPr>
          <a:xfrm>
            <a:off x="8199620" y="1958927"/>
            <a:ext cx="2670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firmware_signed_64k.bin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A4419B2-D15B-FA2F-88BD-AEBAD9850DAF}"/>
              </a:ext>
            </a:extLst>
          </p:cNvPr>
          <p:cNvCxnSpPr>
            <a:cxnSpLocks/>
          </p:cNvCxnSpPr>
          <p:nvPr/>
        </p:nvCxnSpPr>
        <p:spPr>
          <a:xfrm flipV="1">
            <a:off x="5936104" y="2987827"/>
            <a:ext cx="1524421" cy="2050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3D41B74-0383-ECB2-6E03-CBD0A209F4C8}"/>
              </a:ext>
            </a:extLst>
          </p:cNvPr>
          <p:cNvSpPr txBox="1"/>
          <p:nvPr/>
        </p:nvSpPr>
        <p:spPr>
          <a:xfrm>
            <a:off x="7488335" y="2863122"/>
            <a:ext cx="4223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ER_ROM.bin</a:t>
            </a:r>
            <a:r>
              <a:rPr lang="en-US" dirty="0"/>
              <a:t>(ER_ROM RENAME BIN FILE)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7F3DB0-64B8-2592-1B21-A1B918EEB213}"/>
              </a:ext>
            </a:extLst>
          </p:cNvPr>
          <p:cNvSpPr txBox="1"/>
          <p:nvPr/>
        </p:nvSpPr>
        <p:spPr>
          <a:xfrm>
            <a:off x="7354778" y="4302717"/>
            <a:ext cx="4837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XOM0_ROM.bin(XOM0_ROMRENAME BIN FILE)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D55B255-9F38-FA5C-2AA6-89D17D04F4B0}"/>
              </a:ext>
            </a:extLst>
          </p:cNvPr>
          <p:cNvCxnSpPr>
            <a:cxnSpLocks/>
          </p:cNvCxnSpPr>
          <p:nvPr/>
        </p:nvCxnSpPr>
        <p:spPr>
          <a:xfrm>
            <a:off x="5936104" y="3377572"/>
            <a:ext cx="1729950" cy="970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0633404-8D75-3698-3132-76DB112EBCCF}"/>
              </a:ext>
            </a:extLst>
          </p:cNvPr>
          <p:cNvSpPr/>
          <p:nvPr/>
        </p:nvSpPr>
        <p:spPr>
          <a:xfrm>
            <a:off x="659567" y="2492159"/>
            <a:ext cx="704538" cy="9705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4FD4B8-D36C-3C40-22E6-AF579E291E62}"/>
              </a:ext>
            </a:extLst>
          </p:cNvPr>
          <p:cNvSpPr/>
          <p:nvPr/>
        </p:nvSpPr>
        <p:spPr>
          <a:xfrm>
            <a:off x="7067862" y="813913"/>
            <a:ext cx="1911246" cy="6701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1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0FD12D2-D387-A648-3344-B91E27550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02" y="0"/>
            <a:ext cx="983229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3F9CE0-8884-64F8-6A12-62A77E2AE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ISP BOOT LOADER</a:t>
            </a:r>
          </a:p>
        </p:txBody>
      </p:sp>
    </p:spTree>
    <p:extLst>
      <p:ext uri="{BB962C8B-B14F-4D97-AF65-F5344CB8AC3E}">
        <p14:creationId xmlns:p14="http://schemas.microsoft.com/office/powerpoint/2010/main" val="2255990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247</Words>
  <Application>Microsoft Office PowerPoint</Application>
  <PresentationFormat>Widescreen</PresentationFormat>
  <Paragraphs>46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AES Boot Check</vt:lpstr>
      <vt:lpstr>AES Boot Check Memory assignment </vt:lpstr>
      <vt:lpstr>Sample code source path</vt:lpstr>
      <vt:lpstr>ISP BOOT LOADER</vt:lpstr>
      <vt:lpstr>AES_XOM.C file setting</vt:lpstr>
      <vt:lpstr>AES KEY in AES_XOM.C </vt:lpstr>
      <vt:lpstr>User APROM Project (RO and scf file)</vt:lpstr>
      <vt:lpstr>Build User APROM Project and ASE signed key</vt:lpstr>
      <vt:lpstr>AES key in Nu_com_isp_sboot.c  </vt:lpstr>
      <vt:lpstr>M2U51 config</vt:lpstr>
      <vt:lpstr>PowerPoint Presentation</vt:lpstr>
      <vt:lpstr>PowerPoint Presentation</vt:lpstr>
      <vt:lpstr>Programming APROM</vt:lpstr>
      <vt:lpstr>ISP BOOT LOADER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MB20 JCLiu</dc:creator>
  <cp:lastModifiedBy>MB20 JCLiu</cp:lastModifiedBy>
  <cp:revision>4</cp:revision>
  <dcterms:created xsi:type="dcterms:W3CDTF">2026-02-04T00:06:18Z</dcterms:created>
  <dcterms:modified xsi:type="dcterms:W3CDTF">2026-02-09T02:02:09Z</dcterms:modified>
</cp:coreProperties>
</file>